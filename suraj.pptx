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custShowLst>
    <p:custShow name="ANKIT" id="0">
      <p:sldLst>
        <p:sld r:id="rId2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35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308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32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36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7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99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54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14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6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42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905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880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4383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806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97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9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      TUPLES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Tuple</a:t>
            </a:r>
            <a:r>
              <a:rPr lang="en-GB" dirty="0"/>
              <a:t> is a collection of Python Programming objects much like</a:t>
            </a:r>
          </a:p>
          <a:p>
            <a:r>
              <a:rPr lang="en-GB" dirty="0"/>
              <a:t>a list. The sequence of values stored in a tuple can be of any</a:t>
            </a:r>
          </a:p>
          <a:p>
            <a:r>
              <a:rPr lang="en-GB" dirty="0"/>
              <a:t>type, and they are indexed by integers. Values of a tuple are</a:t>
            </a:r>
          </a:p>
          <a:p>
            <a:r>
              <a:rPr lang="en-GB" dirty="0"/>
              <a:t>syntactically separated by </a:t>
            </a:r>
            <a:r>
              <a:rPr lang="en-GB" b="1" dirty="0"/>
              <a:t>‘</a:t>
            </a:r>
            <a:r>
              <a:rPr lang="en-GB" b="1" dirty="0" smtClean="0"/>
              <a:t>commas’</a:t>
            </a:r>
          </a:p>
          <a:p>
            <a:r>
              <a:rPr lang="en-GB" dirty="0"/>
              <a:t>Tuples are written with round brackets</a:t>
            </a:r>
            <a:r>
              <a:rPr lang="en-GB" b="1" dirty="0" smtClean="0"/>
              <a:t>.</a:t>
            </a:r>
          </a:p>
          <a:p>
            <a:r>
              <a:rPr lang="en-GB" dirty="0"/>
              <a:t>Tuple items are ordered, unchangeable, and allow duplicate</a:t>
            </a:r>
          </a:p>
          <a:p>
            <a:r>
              <a:rPr lang="en-GB" dirty="0"/>
              <a:t>values</a:t>
            </a:r>
            <a:r>
              <a:rPr lang="en-GB" dirty="0" smtClean="0"/>
              <a:t>.</a:t>
            </a:r>
            <a:endParaRPr lang="en-IN" dirty="0"/>
          </a:p>
          <a:p>
            <a:endParaRPr lang="en-GB" dirty="0" smtClean="0"/>
          </a:p>
        </p:txBody>
      </p:sp>
      <p:sp>
        <p:nvSpPr>
          <p:cNvPr id="6" name="5-Point Star 5"/>
          <p:cNvSpPr/>
          <p:nvPr/>
        </p:nvSpPr>
        <p:spPr>
          <a:xfrm>
            <a:off x="634578" y="355600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56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     Tuple </a:t>
            </a:r>
            <a:r>
              <a:rPr lang="en-IN" b="1" dirty="0"/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Accessing of Python Tuples</a:t>
            </a:r>
          </a:p>
          <a:p>
            <a:endParaRPr lang="en-GB" dirty="0"/>
          </a:p>
          <a:p>
            <a:r>
              <a:rPr lang="en-GB" dirty="0"/>
              <a:t>Concatenation of Python Tuples</a:t>
            </a:r>
          </a:p>
          <a:p>
            <a:endParaRPr lang="en-GB" dirty="0"/>
          </a:p>
          <a:p>
            <a:r>
              <a:rPr lang="en-GB" dirty="0"/>
              <a:t>Slicing of Tuples</a:t>
            </a:r>
          </a:p>
          <a:p>
            <a:endParaRPr lang="en-GB" dirty="0"/>
          </a:p>
          <a:p>
            <a:r>
              <a:rPr lang="en-GB" dirty="0"/>
              <a:t>Deletion of Tuples</a:t>
            </a:r>
            <a:endParaRPr lang="en-IN" dirty="0"/>
          </a:p>
        </p:txBody>
      </p:sp>
      <p:sp>
        <p:nvSpPr>
          <p:cNvPr id="4" name="5-Point Star 3"/>
          <p:cNvSpPr/>
          <p:nvPr/>
        </p:nvSpPr>
        <p:spPr>
          <a:xfrm>
            <a:off x="377190" y="354330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24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  <a:buFontTx/>
              <a:buChar char="•"/>
            </a:pPr>
            <a:r>
              <a:rPr lang="en-IN" b="1" dirty="0" smtClean="0"/>
              <a:t>   Accessing </a:t>
            </a:r>
            <a:r>
              <a:rPr lang="en-IN" b="1" dirty="0"/>
              <a:t>of </a:t>
            </a:r>
            <a:r>
              <a:rPr lang="en-IN" b="1" dirty="0" smtClean="0"/>
              <a:t>Tuples</a:t>
            </a:r>
            <a:r>
              <a:rPr lang="en-US" altLang="en-US" sz="72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7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72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7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b="1" dirty="0"/>
          </a:p>
        </p:txBody>
      </p:sp>
      <p:sp>
        <p:nvSpPr>
          <p:cNvPr id="4" name="5-Point Star 3"/>
          <p:cNvSpPr/>
          <p:nvPr/>
        </p:nvSpPr>
        <p:spPr>
          <a:xfrm>
            <a:off x="220134" y="379411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u="sng" dirty="0" smtClean="0"/>
              <a:t>In </a:t>
            </a:r>
            <a:r>
              <a:rPr lang="en-GB" u="sng" dirty="0"/>
              <a:t>Python Programming, Tuples </a:t>
            </a:r>
            <a:r>
              <a:rPr lang="en-GB" u="sng" dirty="0" smtClean="0"/>
              <a:t>are accessed </a:t>
            </a:r>
            <a:r>
              <a:rPr lang="en-GB" u="sng" dirty="0"/>
              <a:t>via unpacking or </a:t>
            </a:r>
            <a:r>
              <a:rPr lang="en-GB" u="sng" dirty="0" smtClean="0"/>
              <a:t>indexing</a:t>
            </a:r>
          </a:p>
          <a:p>
            <a:r>
              <a:rPr lang="en-GB" dirty="0"/>
              <a:t>A </a:t>
            </a:r>
            <a:r>
              <a:rPr lang="en-GB" i="1" dirty="0"/>
              <a:t>tuple</a:t>
            </a:r>
            <a:r>
              <a:rPr lang="en-GB" dirty="0"/>
              <a:t> in Python is a collection of items that is </a:t>
            </a:r>
            <a:r>
              <a:rPr lang="en-GB" b="1" dirty="0"/>
              <a:t>ordered</a:t>
            </a:r>
            <a:r>
              <a:rPr lang="en-GB" dirty="0"/>
              <a:t> and </a:t>
            </a:r>
            <a:r>
              <a:rPr lang="en-GB" b="1" dirty="0"/>
              <a:t>unchangeable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To </a:t>
            </a:r>
            <a:r>
              <a:rPr lang="en-GB" i="1" dirty="0"/>
              <a:t>access</a:t>
            </a:r>
            <a:r>
              <a:rPr lang="en-GB" dirty="0"/>
              <a:t> a tuple means to get the value stored at a specific position</a:t>
            </a:r>
            <a:r>
              <a:rPr lang="en-GB" dirty="0" smtClean="0"/>
              <a:t>.</a:t>
            </a:r>
          </a:p>
          <a:p>
            <a:r>
              <a:rPr lang="en-GB" b="1" dirty="0" smtClean="0"/>
              <a:t>Example:-</a:t>
            </a:r>
          </a:p>
          <a:p>
            <a:r>
              <a:rPr lang="en-GB" b="1" dirty="0" smtClean="0"/>
              <a:t>How </a:t>
            </a:r>
            <a:r>
              <a:rPr lang="en-GB" b="1" dirty="0"/>
              <a:t>to Access Tuple </a:t>
            </a:r>
            <a:r>
              <a:rPr lang="en-GB" b="1" dirty="0" smtClean="0"/>
              <a:t>Elements:</a:t>
            </a:r>
            <a:r>
              <a:rPr lang="en-IN" b="1" u="sng" dirty="0" smtClean="0"/>
              <a:t>-</a:t>
            </a:r>
          </a:p>
          <a:p>
            <a:r>
              <a:rPr lang="en-GB" b="1" dirty="0" err="1"/>
              <a:t>my_tuple</a:t>
            </a:r>
            <a:r>
              <a:rPr lang="en-GB" b="1" dirty="0"/>
              <a:t> = (10, 20, 30, 40)</a:t>
            </a:r>
          </a:p>
          <a:p>
            <a:r>
              <a:rPr lang="en-GB" b="1" dirty="0"/>
              <a:t>print(</a:t>
            </a:r>
            <a:r>
              <a:rPr lang="en-GB" b="1" dirty="0" err="1"/>
              <a:t>my_tuple</a:t>
            </a:r>
            <a:r>
              <a:rPr lang="en-GB" b="1" dirty="0"/>
              <a:t>[0])</a:t>
            </a:r>
          </a:p>
          <a:p>
            <a:r>
              <a:rPr lang="en-GB" b="1" dirty="0"/>
              <a:t>print(</a:t>
            </a:r>
            <a:r>
              <a:rPr lang="en-GB" b="1" dirty="0" err="1"/>
              <a:t>my_tuple</a:t>
            </a:r>
            <a:r>
              <a:rPr lang="en-GB" b="1" dirty="0"/>
              <a:t>[2</a:t>
            </a:r>
            <a:r>
              <a:rPr lang="en-GB" b="1" dirty="0" smtClean="0"/>
              <a:t>])</a:t>
            </a:r>
          </a:p>
          <a:p>
            <a:r>
              <a:rPr lang="en-IN" b="1" dirty="0"/>
              <a:t>Output</a:t>
            </a:r>
            <a:r>
              <a:rPr lang="en-IN" b="1" dirty="0" smtClean="0"/>
              <a:t>:-</a:t>
            </a:r>
          </a:p>
          <a:p>
            <a:r>
              <a:rPr lang="en-GB" b="1" dirty="0" smtClean="0"/>
              <a:t>10  </a:t>
            </a:r>
            <a:r>
              <a:rPr lang="en-GB" b="1" dirty="0" err="1" smtClean="0"/>
              <a:t>my_tuples</a:t>
            </a:r>
            <a:r>
              <a:rPr lang="en-GB" b="1" dirty="0" smtClean="0"/>
              <a:t>[0]            </a:t>
            </a:r>
            <a:r>
              <a:rPr lang="en-GB" b="1" dirty="0" err="1" smtClean="0"/>
              <a:t>first_element</a:t>
            </a:r>
            <a:endParaRPr lang="en-GB" b="1" dirty="0"/>
          </a:p>
          <a:p>
            <a:r>
              <a:rPr lang="en-GB" b="1" dirty="0" smtClean="0"/>
              <a:t>30  </a:t>
            </a:r>
            <a:r>
              <a:rPr lang="en-GB" b="1" dirty="0" err="1" smtClean="0"/>
              <a:t>my_tuples</a:t>
            </a:r>
            <a:r>
              <a:rPr lang="en-GB" b="1" dirty="0" smtClean="0"/>
              <a:t>[2]            third element</a:t>
            </a:r>
            <a:endParaRPr lang="en-GB" b="1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994660" y="5440680"/>
            <a:ext cx="548640" cy="11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994660" y="5829300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503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         Negative </a:t>
            </a:r>
            <a:r>
              <a:rPr lang="en-IN" b="1" dirty="0"/>
              <a:t>Indexing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my_tuple</a:t>
            </a:r>
            <a:r>
              <a:rPr lang="en-GB" dirty="0"/>
              <a:t> = (10, 20, 30, 40)</a:t>
            </a:r>
          </a:p>
          <a:p>
            <a:r>
              <a:rPr lang="en-GB" dirty="0"/>
              <a:t>print(</a:t>
            </a:r>
            <a:r>
              <a:rPr lang="en-GB" dirty="0" err="1"/>
              <a:t>my_tuple</a:t>
            </a:r>
            <a:r>
              <a:rPr lang="en-GB" dirty="0"/>
              <a:t>[-1])   # last element</a:t>
            </a:r>
          </a:p>
          <a:p>
            <a:r>
              <a:rPr lang="en-GB" dirty="0"/>
              <a:t>print(</a:t>
            </a:r>
            <a:r>
              <a:rPr lang="en-GB" dirty="0" err="1"/>
              <a:t>my_tuple</a:t>
            </a:r>
            <a:r>
              <a:rPr lang="en-GB" dirty="0"/>
              <a:t>[-2])   # second last </a:t>
            </a:r>
            <a:r>
              <a:rPr lang="en-GB" dirty="0" smtClean="0"/>
              <a:t>element</a:t>
            </a:r>
          </a:p>
          <a:p>
            <a:r>
              <a:rPr lang="en-IN" dirty="0"/>
              <a:t>Accessing a Range (Slicing</a:t>
            </a:r>
            <a:r>
              <a:rPr lang="en-IN" dirty="0" smtClean="0"/>
              <a:t>)</a:t>
            </a:r>
          </a:p>
          <a:p>
            <a:r>
              <a:rPr lang="en-GB" dirty="0" err="1"/>
              <a:t>my_tuple</a:t>
            </a:r>
            <a:r>
              <a:rPr lang="en-GB" dirty="0"/>
              <a:t> = (10, 20, 30, 40, 50)</a:t>
            </a:r>
          </a:p>
          <a:p>
            <a:r>
              <a:rPr lang="en-GB" dirty="0" smtClean="0"/>
              <a:t>Print(</a:t>
            </a:r>
            <a:r>
              <a:rPr lang="en-GB" dirty="0" err="1" smtClean="0"/>
              <a:t>my_tuple</a:t>
            </a:r>
            <a:r>
              <a:rPr lang="en-GB" dirty="0" smtClean="0"/>
              <a:t>[1:4])</a:t>
            </a:r>
          </a:p>
          <a:p>
            <a:r>
              <a:rPr lang="en-IN" dirty="0"/>
              <a:t>Output</a:t>
            </a:r>
            <a:r>
              <a:rPr lang="en-IN" dirty="0" smtClean="0"/>
              <a:t>:-</a:t>
            </a:r>
          </a:p>
          <a:p>
            <a:r>
              <a:rPr lang="en-IN" dirty="0"/>
              <a:t>(20, 30, 40)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880110" y="491490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962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Concatenation </a:t>
            </a:r>
            <a:r>
              <a:rPr lang="en-IN" dirty="0"/>
              <a:t>of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Concatenation of tuple is the process of joining two or</a:t>
            </a:r>
          </a:p>
          <a:p>
            <a:r>
              <a:rPr lang="en-GB" dirty="0"/>
              <a:t>more Tuples. Concatenation is done by the use of ‘+’</a:t>
            </a:r>
          </a:p>
          <a:p>
            <a:r>
              <a:rPr lang="en-GB" dirty="0"/>
              <a:t>operator. Concatenation of tuples is done always from the</a:t>
            </a:r>
          </a:p>
          <a:p>
            <a:r>
              <a:rPr lang="en-GB" dirty="0"/>
              <a:t>end of the original tuple</a:t>
            </a:r>
            <a:endParaRPr lang="en-IN" dirty="0"/>
          </a:p>
        </p:txBody>
      </p:sp>
      <p:sp>
        <p:nvSpPr>
          <p:cNvPr id="4" name="5-Point Star 3"/>
          <p:cNvSpPr/>
          <p:nvPr/>
        </p:nvSpPr>
        <p:spPr>
          <a:xfrm>
            <a:off x="677334" y="379411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31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Slicing </a:t>
            </a:r>
            <a:r>
              <a:rPr lang="en-IN" dirty="0"/>
              <a:t>of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Slicing of a Tuple is done to fetch a specific range or slice of</a:t>
            </a:r>
          </a:p>
          <a:p>
            <a:r>
              <a:rPr lang="en-GB" dirty="0"/>
              <a:t>sub-elements from a Tuple</a:t>
            </a:r>
          </a:p>
          <a:p>
            <a:endParaRPr lang="en-GB" dirty="0"/>
          </a:p>
          <a:p>
            <a:r>
              <a:rPr lang="en-GB" dirty="0"/>
              <a:t>Slicing allows to fetch a set of elements.</a:t>
            </a:r>
            <a:endParaRPr lang="en-IN" dirty="0"/>
          </a:p>
        </p:txBody>
      </p:sp>
      <p:sp>
        <p:nvSpPr>
          <p:cNvPr id="4" name="5-Point Star 3"/>
          <p:cNvSpPr/>
          <p:nvPr/>
        </p:nvSpPr>
        <p:spPr>
          <a:xfrm>
            <a:off x="677334" y="379411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89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Deletion </a:t>
            </a:r>
            <a:r>
              <a:rPr lang="en-IN" dirty="0"/>
              <a:t>of </a:t>
            </a:r>
            <a:r>
              <a:rPr lang="en-IN" dirty="0" smtClean="0"/>
              <a:t>Tuples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Tuples are immutable and hence they do not allow deletion of a</a:t>
            </a:r>
          </a:p>
          <a:p>
            <a:r>
              <a:rPr lang="en-GB" dirty="0"/>
              <a:t>part of it. The entire tuple gets deleted using del() method</a:t>
            </a:r>
            <a:endParaRPr lang="en-IN" dirty="0"/>
          </a:p>
        </p:txBody>
      </p:sp>
      <p:sp>
        <p:nvSpPr>
          <p:cNvPr id="4" name="5-Point Star 3"/>
          <p:cNvSpPr/>
          <p:nvPr/>
        </p:nvSpPr>
        <p:spPr>
          <a:xfrm>
            <a:off x="777240" y="379411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292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0040" y="377190"/>
            <a:ext cx="1060704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  <a:endParaRPr lang="en-IN" sz="19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62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</TotalTime>
  <Words>274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  <vt:variant>
        <vt:lpstr>Custom Shows</vt:lpstr>
      </vt:variant>
      <vt:variant>
        <vt:i4>1</vt:i4>
      </vt:variant>
    </vt:vector>
  </HeadingPairs>
  <TitlesOfParts>
    <vt:vector size="14" baseType="lpstr">
      <vt:lpstr>Algerian</vt:lpstr>
      <vt:lpstr>Arial</vt:lpstr>
      <vt:lpstr>Trebuchet MS</vt:lpstr>
      <vt:lpstr>Wingdings 3</vt:lpstr>
      <vt:lpstr>Facet</vt:lpstr>
      <vt:lpstr>      TUPLES</vt:lpstr>
      <vt:lpstr>     Tuple Operations</vt:lpstr>
      <vt:lpstr>   Accessing of Tuples  </vt:lpstr>
      <vt:lpstr>         Negative Indexing </vt:lpstr>
      <vt:lpstr>       Concatenation of Tuples</vt:lpstr>
      <vt:lpstr>       Slicing of Tuples</vt:lpstr>
      <vt:lpstr>        Deletion of Tuples </vt:lpstr>
      <vt:lpstr>PowerPoint Presentation</vt:lpstr>
      <vt:lpstr>ANKIT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TABLE</dc:title>
  <dc:creator>student</dc:creator>
  <cp:lastModifiedBy>student</cp:lastModifiedBy>
  <cp:revision>8</cp:revision>
  <dcterms:created xsi:type="dcterms:W3CDTF">2025-09-08T05:19:19Z</dcterms:created>
  <dcterms:modified xsi:type="dcterms:W3CDTF">2025-12-02T05:13:40Z</dcterms:modified>
</cp:coreProperties>
</file>